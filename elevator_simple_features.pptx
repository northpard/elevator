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엘리베이터 — 단순 기능표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설명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보드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Arduino Uno (가정)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호출 버튼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외부 호출 버튼 3개 (1층, 2층, 3층)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버튼 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각 호출에 대응하는 표시 LED (버튼 옆)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층 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현재층을 표시하는 LED 3개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층간 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이동 애니메이션용 YELLOW LED 4개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호출 동작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짧게 누름 → 호출 등록 (버튼 LED ON)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취소 동작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길게 누름(=취소) → 호출 취소 (버튼 LED 깜빡임)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취소 보호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취소 직후 재등록을 짧게 차단 (글리치 방지)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스케줄링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같은 방향 우선 처리 (SCAN 유사)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설계 방식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논블로킹(millis() 기반) — 입력, 애니메이션, 이동 비동기 처리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미구현/제한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캐빈 버튼 및 EEPROM 미구현; 부팅 시 핀 글리치 가능성 있음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참고: 더 간단한 표(또는 영어 버전)를 원하시면 알려주세요.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2025-11-14T06:53:44Z</dcterms:created>
  <dcterms:modified xsi:type="dcterms:W3CDTF">2025-11-14T06:53:44Z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